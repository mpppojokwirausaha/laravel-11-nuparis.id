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152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rPr dirty="0" err="1"/>
              <a:t>Laporan</a:t>
            </a:r>
            <a:r>
              <a:rPr dirty="0"/>
              <a:t> </a:t>
            </a:r>
            <a:r>
              <a:rPr dirty="0" err="1"/>
              <a:t>Pekanan</a:t>
            </a:r>
            <a:r>
              <a:rPr dirty="0"/>
              <a:t> OJT</a:t>
            </a:r>
            <a:br>
              <a:rPr dirty="0"/>
            </a:br>
            <a:r>
              <a:rPr dirty="0"/>
              <a:t>Project Based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986417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dirty="0"/>
              <a:t>BBPVP Bandung</a:t>
            </a:r>
            <a:br>
              <a:rPr dirty="0"/>
            </a:br>
            <a:r>
              <a:rPr lang="en-US" dirty="0"/>
              <a:t>Nama Program </a:t>
            </a:r>
            <a:r>
              <a:rPr lang="en-US" dirty="0" err="1"/>
              <a:t>Pelatihan</a:t>
            </a:r>
            <a:r>
              <a:rPr lang="en-US" dirty="0"/>
              <a:t> / </a:t>
            </a:r>
            <a:r>
              <a:rPr dirty="0"/>
              <a:t>Nama Tim / </a:t>
            </a:r>
            <a:r>
              <a:rPr dirty="0" err="1"/>
              <a:t>Individu</a:t>
            </a:r>
            <a:r>
              <a:rPr dirty="0"/>
              <a:t> | </a:t>
            </a:r>
            <a:r>
              <a:rPr dirty="0" err="1"/>
              <a:t>Minggu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- ...</a:t>
            </a:r>
          </a:p>
        </p:txBody>
      </p:sp>
      <p:pic>
        <p:nvPicPr>
          <p:cNvPr id="5" name="Picture 4" descr="logo BBPVP Bandung 2.png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8686800" y="274320"/>
            <a:ext cx="195574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Daftar 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Identitas Kegiatan</a:t>
            </a:r>
          </a:p>
          <a:p>
            <a:r>
              <a:t>2. Tujuan OJT Mingguan</a:t>
            </a:r>
          </a:p>
          <a:p>
            <a:r>
              <a:t>3. Rencana &amp; Realisasi</a:t>
            </a:r>
          </a:p>
          <a:p>
            <a:r>
              <a:t>4. Dokumentasi (Before–After)</a:t>
            </a:r>
          </a:p>
          <a:p>
            <a:r>
              <a:t>5. Kendala &amp; Solusi</a:t>
            </a:r>
          </a:p>
          <a:p>
            <a:r>
              <a:t>6. Rencana Pekan Berikutnya</a:t>
            </a:r>
          </a:p>
          <a:p>
            <a:r>
              <a:t>7. Kesimpulan</a:t>
            </a:r>
          </a:p>
        </p:txBody>
      </p:sp>
      <p:pic>
        <p:nvPicPr>
          <p:cNvPr id="4" name="Picture 3" descr="logo BBPVP Bandung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973" y="182880"/>
            <a:ext cx="1303827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Identitas Kegiatan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Nama Peserta/Tim: ...</a:t>
            </a:r>
          </a:p>
          <a:p>
            <a:r>
              <a:t>Bidang/Projek: ...</a:t>
            </a:r>
          </a:p>
          <a:p>
            <a:r>
              <a:t>Mentor/Pembimbing: ...</a:t>
            </a:r>
          </a:p>
          <a:p>
            <a:r>
              <a:t>Waktu Pelaksanaan: ...</a:t>
            </a:r>
          </a:p>
        </p:txBody>
      </p:sp>
      <p:pic>
        <p:nvPicPr>
          <p:cNvPr id="5" name="Picture 4" descr="logo BBPVP Bandung 2.png">
            <a:extLst>
              <a:ext uri="{FF2B5EF4-FFF2-40B4-BE49-F238E27FC236}">
                <a16:creationId xmlns:a16="http://schemas.microsoft.com/office/drawing/2014/main" id="{7921C8CB-F4FB-F30E-B3E3-7B543C235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973" y="182880"/>
            <a:ext cx="1303827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Tujuan OJT Mingguan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Tujuan spesifik minggu ini...</a:t>
            </a:r>
          </a:p>
        </p:txBody>
      </p:sp>
      <p:pic>
        <p:nvPicPr>
          <p:cNvPr id="5" name="Picture 4" descr="logo BBPVP Bandung 2.png">
            <a:extLst>
              <a:ext uri="{FF2B5EF4-FFF2-40B4-BE49-F238E27FC236}">
                <a16:creationId xmlns:a16="http://schemas.microsoft.com/office/drawing/2014/main" id="{98FD83FE-64D7-D4EA-8DB3-1CCD9ABDE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973" y="182880"/>
            <a:ext cx="1303827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Rencana &amp; Realisasi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Gunakan tabel berikut untuk mencatat:</a:t>
            </a:r>
          </a:p>
          <a:p>
            <a:endParaRPr/>
          </a:p>
          <a:p>
            <a:r>
              <a:t>Rencana | Target | Realisasi | Status</a:t>
            </a:r>
          </a:p>
        </p:txBody>
      </p:sp>
      <p:pic>
        <p:nvPicPr>
          <p:cNvPr id="5" name="Picture 4" descr="logo BBPVP Bandung 2.png">
            <a:extLst>
              <a:ext uri="{FF2B5EF4-FFF2-40B4-BE49-F238E27FC236}">
                <a16:creationId xmlns:a16="http://schemas.microsoft.com/office/drawing/2014/main" id="{F3D98A35-FFFE-A426-DF35-3F8DF1653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973" y="182880"/>
            <a:ext cx="1303827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Dokumentasi (Before)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Foto kondisi sebelum projek</a:t>
            </a:r>
          </a:p>
          <a:p>
            <a:r>
              <a:t>- Keterangan singkat</a:t>
            </a:r>
          </a:p>
        </p:txBody>
      </p:sp>
      <p:pic>
        <p:nvPicPr>
          <p:cNvPr id="5" name="Picture 4" descr="logo BBPVP Bandung 2.png">
            <a:extLst>
              <a:ext uri="{FF2B5EF4-FFF2-40B4-BE49-F238E27FC236}">
                <a16:creationId xmlns:a16="http://schemas.microsoft.com/office/drawing/2014/main" id="{D56680C3-85A2-744B-6A68-CAC1ACFD5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973" y="182880"/>
            <a:ext cx="1303827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Dokumentasi (After)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Foto kondisi sesudah projek</a:t>
            </a:r>
          </a:p>
          <a:p>
            <a:r>
              <a:t>- Keterangan singkat</a:t>
            </a:r>
          </a:p>
        </p:txBody>
      </p:sp>
      <p:pic>
        <p:nvPicPr>
          <p:cNvPr id="5" name="Picture 4" descr="logo BBPVP Bandung 2.png">
            <a:extLst>
              <a:ext uri="{FF2B5EF4-FFF2-40B4-BE49-F238E27FC236}">
                <a16:creationId xmlns:a16="http://schemas.microsoft.com/office/drawing/2014/main" id="{893BBAE4-D9DC-5F06-5A9F-904208CF5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973" y="182880"/>
            <a:ext cx="1303827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Kendala &amp; Solusi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Kendala: ...</a:t>
            </a:r>
          </a:p>
          <a:p>
            <a:r>
              <a:t>- Solusi: ...</a:t>
            </a:r>
          </a:p>
        </p:txBody>
      </p:sp>
      <p:pic>
        <p:nvPicPr>
          <p:cNvPr id="5" name="Picture 4" descr="logo BBPVP Bandung 2.png">
            <a:extLst>
              <a:ext uri="{FF2B5EF4-FFF2-40B4-BE49-F238E27FC236}">
                <a16:creationId xmlns:a16="http://schemas.microsoft.com/office/drawing/2014/main" id="{AFA2BD52-0041-AF8C-9C92-AFAE22B86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973" y="182880"/>
            <a:ext cx="1303827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Rencana Pekan Berikutnya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Pekerjaan lanjutan...</a:t>
            </a:r>
          </a:p>
          <a:p>
            <a:r>
              <a:t>- Estimasi waktu...</a:t>
            </a:r>
          </a:p>
        </p:txBody>
      </p:sp>
      <p:pic>
        <p:nvPicPr>
          <p:cNvPr id="5" name="Picture 4" descr="logo BBPVP Bandung 2.png">
            <a:extLst>
              <a:ext uri="{FF2B5EF4-FFF2-40B4-BE49-F238E27FC236}">
                <a16:creationId xmlns:a16="http://schemas.microsoft.com/office/drawing/2014/main" id="{3A5DFAC9-39D6-7337-A127-7CD7FC676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973" y="182880"/>
            <a:ext cx="1303827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Ringkasan hasil capaian</a:t>
            </a:r>
          </a:p>
          <a:p>
            <a:r>
              <a:t>- Pembelajaran yang didapat</a:t>
            </a:r>
          </a:p>
          <a:p>
            <a:r>
              <a:t>- Saran/harapan</a:t>
            </a:r>
          </a:p>
        </p:txBody>
      </p:sp>
      <p:pic>
        <p:nvPicPr>
          <p:cNvPr id="5" name="Picture 4" descr="logo BBPVP Bandung 2.png">
            <a:extLst>
              <a:ext uri="{FF2B5EF4-FFF2-40B4-BE49-F238E27FC236}">
                <a16:creationId xmlns:a16="http://schemas.microsoft.com/office/drawing/2014/main" id="{6C947A65-B171-CDC7-D43B-11D19ADEE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973" y="182880"/>
            <a:ext cx="1303827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F29F2-C7A6-22AE-C1B0-82DCB3BFF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84CFFA-633E-002F-5572-DB26CA87F6A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5C35EA-4F9B-EEAB-FA8D-D2AF778BFCC2}"/>
              </a:ext>
            </a:extLst>
          </p:cNvPr>
          <p:cNvSpPr txBox="1"/>
          <p:nvPr/>
        </p:nvSpPr>
        <p:spPr>
          <a:xfrm>
            <a:off x="1006765" y="2759825"/>
            <a:ext cx="4450321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6600" dirty="0" err="1">
                <a:solidFill>
                  <a:schemeClr val="bg1"/>
                </a:solidFill>
              </a:rPr>
              <a:t>Terimakasih</a:t>
            </a:r>
            <a:r>
              <a:rPr lang="en-US" sz="6600" dirty="0">
                <a:solidFill>
                  <a:schemeClr val="bg1"/>
                </a:solidFill>
              </a:rPr>
              <a:t> </a:t>
            </a:r>
            <a:endParaRPr sz="6600" dirty="0">
              <a:solidFill>
                <a:schemeClr val="bg1"/>
              </a:solidFill>
            </a:endParaRPr>
          </a:p>
        </p:txBody>
      </p:sp>
      <p:pic>
        <p:nvPicPr>
          <p:cNvPr id="5" name="Picture 4" descr="logo BBPVP Bandung 2.png">
            <a:extLst>
              <a:ext uri="{FF2B5EF4-FFF2-40B4-BE49-F238E27FC236}">
                <a16:creationId xmlns:a16="http://schemas.microsoft.com/office/drawing/2014/main" id="{50296916-0101-A7F0-18A0-0206FBF3E16C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8686800" y="274320"/>
            <a:ext cx="195574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215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166</Words>
  <Application>Microsoft Office PowerPoint</Application>
  <PresentationFormat>On-screen Show (4:3)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Daftar Isi</vt:lpstr>
      <vt:lpstr>Identitas Kegiatan</vt:lpstr>
      <vt:lpstr>Tujuan OJT Mingguan</vt:lpstr>
      <vt:lpstr>Rencana &amp; Realisasi</vt:lpstr>
      <vt:lpstr>Dokumentasi (Before)</vt:lpstr>
      <vt:lpstr>Dokumentasi (After)</vt:lpstr>
      <vt:lpstr>Kendala &amp; Solusi</vt:lpstr>
      <vt:lpstr>Rencana Pekan Berikutnya</vt:lpstr>
      <vt:lpstr>Kesimpulan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Anriani PT SDM</cp:lastModifiedBy>
  <cp:revision>3</cp:revision>
  <dcterms:created xsi:type="dcterms:W3CDTF">2013-01-27T09:14:16Z</dcterms:created>
  <dcterms:modified xsi:type="dcterms:W3CDTF">2025-10-01T07:19:41Z</dcterms:modified>
  <cp:category/>
</cp:coreProperties>
</file>