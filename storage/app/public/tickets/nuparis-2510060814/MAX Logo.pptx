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9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380D6-25A8-4B22-9C0B-EAF36C29B4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0501C-EB1C-4629-B520-DB0DB636F0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D7C0F-B33D-4CFA-90F2-07521ACAF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98AB-C96A-45C5-9B27-A03D89552D69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35DA6-419A-43F7-A9D6-4E4F524C4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C9326-B4D8-4E00-9E8A-C998EAC4E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7D7BF-1122-4186-B22E-C43B6BBB1C5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44768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5CCAE-4B73-44A5-A684-56A38605D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A3DAF-550E-4550-A19A-FD711BEFC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27C4E-710F-40DE-A1A4-ECC72C267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98AB-C96A-45C5-9B27-A03D89552D69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0EEAF-ABDA-42D1-98D8-1BDB71EE5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94033D-FA7D-4732-A3B6-421D0FC0D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7D7BF-1122-4186-B22E-C43B6BBB1C5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27092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0F663-7400-4556-929D-0033CFAEE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8A2B6A-2617-4932-BD21-02D6EBA165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8738F-5133-488B-A406-5EE9B82F4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98AB-C96A-45C5-9B27-A03D89552D69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FFFFB-8AD8-420D-A2AC-7CBE4737E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19998-B361-4ADE-B4BA-444F1ECAC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7D7BF-1122-4186-B22E-C43B6BBB1C5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44020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A0132-8ED7-42F1-8D83-5A76B0001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91E9-382F-4545-A132-7B3B700F01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114757-D8FC-48CB-9D40-DAA0CD368C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262562-416F-4D13-9E4D-2CA613DE0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98AB-C96A-45C5-9B27-A03D89552D69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245D0A-3121-48BE-8255-79248A680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3900BC-ADA5-4276-B4EC-4BB7C343C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7D7BF-1122-4186-B22E-C43B6BBB1C5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6670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B3C23-3F9B-4DAD-8E19-48DBCFAF0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E050F-2DDE-4AC8-B70A-E37D841169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3179B5-483F-4883-826D-9F3ECCB768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D2D4C1-7D41-4F1A-A39B-583D01BF72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91EB55-77C3-49D7-900D-3414719BE9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D07096-D078-4F75-85E3-E44CE3EEE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98AB-C96A-45C5-9B27-A03D89552D69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8F80F6-B15B-4C71-B582-2CD1F36C8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3655FA-4347-49A2-A2DF-066B7316E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7D7BF-1122-4186-B22E-C43B6BBB1C5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22824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35EC6-B426-40DF-8CD8-7329F7693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1B64CF-1C6E-4F45-B9E0-BB44023CA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98AB-C96A-45C5-9B27-A03D89552D69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D2B561-DE1E-4D2E-B76A-F424E3C37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64C195-981B-497C-B8E3-B9B084883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7D7BF-1122-4186-B22E-C43B6BBB1C5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33383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BEB44C-A01C-4D92-994A-DCFE61D34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98AB-C96A-45C5-9B27-A03D89552D69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58B875-BAD0-4A66-BB1A-C864FDC73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EF837-281B-4D03-AC06-F17F2B4CB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7D7BF-1122-4186-B22E-C43B6BBB1C5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59275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0B82E-4527-4BCC-ADCA-889ADC12F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E8CE9-C70E-45BF-9779-DE9FBE867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507A55-710B-409C-B365-A7458BCC1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BAC437-B10B-45F9-BB7E-0C2D3AC05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98AB-C96A-45C5-9B27-A03D89552D69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043189-CA21-4403-BEAC-2E0D16803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FBDA8C-C7D9-4B57-8F9A-E2F78BA60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7D7BF-1122-4186-B22E-C43B6BBB1C5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6250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DF3D8-EE24-4971-A8CE-89A61E418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736660-10A6-476A-9883-115CCDEF63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315EF8-8404-4BCB-BB18-2C1F9CD6C7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F45BB3-2B94-4813-8E50-26DF8B79D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98AB-C96A-45C5-9B27-A03D89552D69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F5D937-C7A5-4DA1-A188-88262518C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8626A2-3D58-4895-8B00-405B65FEA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7D7BF-1122-4186-B22E-C43B6BBB1C5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37118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BC247-0256-4D4F-873A-931AD627E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46C94A-5A7F-466F-9414-B5167121C7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E5C5B-1063-4A03-BED2-1C09B479B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98AB-C96A-45C5-9B27-A03D89552D69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AD246-8CEE-421F-B9DC-067E6E7C5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51DB0-60C1-4BB6-A80D-7A60E1032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7D7BF-1122-4186-B22E-C43B6BBB1C5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67337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4161FC-CCA5-48C0-9CB5-844BABDD7B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C0CD2-58CB-41BA-8E6F-7EA92E78B0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0133F-7E44-4060-8692-3F2782BB6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98AB-C96A-45C5-9B27-A03D89552D69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B5BDF-BD45-43DD-857F-114686BF4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13C92-1379-4FCE-AE6A-EE2AAD585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7D7BF-1122-4186-B22E-C43B6BBB1C5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02774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A7DE72-81A6-4967-9411-23098EC27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C38F6E-EAAB-4CC2-8557-D15D259FAD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17B15-A74F-41F2-80BD-ACC28D7DB5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F98AB-C96A-45C5-9B27-A03D89552D69}" type="datetimeFigureOut">
              <a:rPr lang="en-MY" smtClean="0"/>
              <a:t>5/10/2025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EB1E6-7357-49B6-9537-9E017BF966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AE25B-929F-43C3-84B9-16946E0CFB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77D7BF-1122-4186-B22E-C43B6BBB1C5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23215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CCC79-98E7-D344-8783-413F944F0C01}" type="slidenum">
              <a:rPr lang="en-US" smtClean="0"/>
              <a:t>1</a:t>
            </a:fld>
            <a:endParaRPr lang="en-US"/>
          </a:p>
        </p:txBody>
      </p:sp>
      <p:pic>
        <p:nvPicPr>
          <p:cNvPr id="16" name="Picture 15" descr="Screen Shot 2018-11-29 at 7.54.29 PM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6594" y="2517310"/>
            <a:ext cx="5372324" cy="146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409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Tuan Azmil Abdullah Tuan Ibrahim</dc:creator>
  <cp:lastModifiedBy>Tuan Azmil Abdullah Tuan Ibrahim</cp:lastModifiedBy>
  <cp:revision>1</cp:revision>
  <dcterms:created xsi:type="dcterms:W3CDTF">2025-10-05T05:10:40Z</dcterms:created>
  <dcterms:modified xsi:type="dcterms:W3CDTF">2025-10-05T05:11:00Z</dcterms:modified>
</cp:coreProperties>
</file>